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8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02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19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34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268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009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297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25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271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690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67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8781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0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89705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98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213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991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442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Anaconda Installation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Anaconda 安装指南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01297" y="499239"/>
            <a:ext cx="354452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/>
              <a:t>What is Anaconda?</a:t>
            </a:r>
          </a:p>
          <a:p>
            <a:r>
              <a:rPr sz="2000" dirty="0"/>
              <a:t>• Anaconda is a distribution of Python and R.</a:t>
            </a:r>
          </a:p>
          <a:p>
            <a:r>
              <a:rPr sz="2000" dirty="0"/>
              <a:t>• It is widely used for data science, machine learning, and scientific computing.</a:t>
            </a:r>
          </a:p>
          <a:p>
            <a:r>
              <a:rPr sz="2000" dirty="0"/>
              <a:t>• It includes tools like Conda, </a:t>
            </a:r>
            <a:r>
              <a:rPr sz="2000" dirty="0" err="1"/>
              <a:t>Jupyter</a:t>
            </a:r>
            <a:r>
              <a:rPr sz="2000" dirty="0"/>
              <a:t> Notebook, and many libraries.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3897" y="3554361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/>
              <a:t>什么是</a:t>
            </a:r>
            <a:r>
              <a:rPr sz="2000" dirty="0"/>
              <a:t> Anaconda？</a:t>
            </a:r>
          </a:p>
          <a:p>
            <a:r>
              <a:rPr sz="2000" dirty="0"/>
              <a:t>• Anaconda 是 Python 和 R </a:t>
            </a:r>
            <a:r>
              <a:rPr sz="2000" dirty="0" err="1"/>
              <a:t>的一个发行版</a:t>
            </a:r>
            <a:r>
              <a:rPr sz="2000" dirty="0"/>
              <a:t>。</a:t>
            </a:r>
          </a:p>
          <a:p>
            <a:r>
              <a:rPr sz="2000" dirty="0"/>
              <a:t>• </a:t>
            </a:r>
            <a:r>
              <a:rPr sz="2000" dirty="0" err="1"/>
              <a:t>广泛用于数据科学、机器学习和科学计算</a:t>
            </a:r>
            <a:r>
              <a:rPr sz="2000" dirty="0"/>
              <a:t>。</a:t>
            </a:r>
          </a:p>
          <a:p>
            <a:r>
              <a:rPr sz="2000" dirty="0"/>
              <a:t>• </a:t>
            </a:r>
            <a:r>
              <a:rPr sz="2000" dirty="0" err="1"/>
              <a:t>它包含</a:t>
            </a:r>
            <a:r>
              <a:rPr sz="2000" dirty="0"/>
              <a:t> </a:t>
            </a:r>
            <a:r>
              <a:rPr sz="2000" dirty="0" err="1"/>
              <a:t>Conda、Jupyter</a:t>
            </a:r>
            <a:r>
              <a:rPr sz="2000" dirty="0"/>
              <a:t> Notebook </a:t>
            </a:r>
            <a:r>
              <a:rPr sz="2000" dirty="0" err="1"/>
              <a:t>以及许多常用库</a:t>
            </a:r>
            <a:r>
              <a:rPr sz="2000" dirty="0"/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Step 1: Download Anaconda</a:t>
            </a:r>
          </a:p>
          <a:p>
            <a:r>
              <a:rPr sz="2000"/>
              <a:t>• Go to the official website.</a:t>
            </a:r>
          </a:p>
          <a:p>
            <a:r>
              <a:rPr sz="2000"/>
              <a:t>• Choose the correct version for Windows, macOS, or Linux.</a:t>
            </a:r>
          </a:p>
          <a:p>
            <a:r>
              <a:rPr sz="2000"/>
              <a:t>• Download the Python 3 version.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2555" y="3397984"/>
            <a:ext cx="397223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 err="1"/>
              <a:t>步骤</a:t>
            </a:r>
            <a:r>
              <a:rPr sz="2000" dirty="0"/>
              <a:t> 1：下载 Anaconda</a:t>
            </a:r>
          </a:p>
          <a:p>
            <a:r>
              <a:rPr sz="2000" dirty="0"/>
              <a:t>• </a:t>
            </a:r>
            <a:r>
              <a:rPr sz="2000" dirty="0" err="1"/>
              <a:t>访问官方网站</a:t>
            </a:r>
            <a:r>
              <a:rPr sz="2000" dirty="0"/>
              <a:t>。</a:t>
            </a:r>
          </a:p>
          <a:p>
            <a:r>
              <a:rPr sz="2000" dirty="0"/>
              <a:t>• </a:t>
            </a:r>
            <a:r>
              <a:rPr sz="2000" dirty="0" err="1"/>
              <a:t>选择适用于</a:t>
            </a:r>
            <a:r>
              <a:rPr sz="2000" dirty="0"/>
              <a:t> </a:t>
            </a:r>
            <a:r>
              <a:rPr sz="2000" dirty="0" err="1"/>
              <a:t>Windows、macOS</a:t>
            </a:r>
            <a:r>
              <a:rPr sz="2000" dirty="0"/>
              <a:t> 或 Linux </a:t>
            </a:r>
            <a:r>
              <a:rPr sz="2000" dirty="0" err="1"/>
              <a:t>的版本</a:t>
            </a:r>
            <a:r>
              <a:rPr sz="2000" dirty="0"/>
              <a:t>。</a:t>
            </a:r>
          </a:p>
          <a:p>
            <a:r>
              <a:rPr sz="2000" dirty="0"/>
              <a:t>• </a:t>
            </a:r>
            <a:r>
              <a:rPr sz="2000" dirty="0" err="1"/>
              <a:t>下载</a:t>
            </a:r>
            <a:r>
              <a:rPr sz="2000" dirty="0"/>
              <a:t> Python 3 </a:t>
            </a:r>
            <a:r>
              <a:rPr sz="2000" dirty="0" err="1"/>
              <a:t>版本</a:t>
            </a:r>
            <a:r>
              <a:rPr sz="2000" dirty="0"/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0659" y="1301212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Step 2: Run the Installer</a:t>
            </a:r>
          </a:p>
          <a:p>
            <a:r>
              <a:rPr sz="2000"/>
              <a:t>• Open the downloaded installer.</a:t>
            </a:r>
          </a:p>
          <a:p>
            <a:r>
              <a:rPr sz="2000"/>
              <a:t>• Click 'Next' to start the installation process.</a:t>
            </a:r>
          </a:p>
          <a:p>
            <a:r>
              <a:rPr sz="2000"/>
              <a:t>• Agree to the license agreement.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3665" y="3878826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/>
              <a:t>步骤</a:t>
            </a:r>
            <a:r>
              <a:rPr sz="2000" dirty="0"/>
              <a:t> 2：运行安装程序</a:t>
            </a:r>
          </a:p>
          <a:p>
            <a:r>
              <a:rPr sz="2000" dirty="0"/>
              <a:t>• </a:t>
            </a:r>
            <a:r>
              <a:rPr sz="2000" dirty="0" err="1"/>
              <a:t>打开下载的安装程序</a:t>
            </a:r>
            <a:r>
              <a:rPr sz="2000" dirty="0"/>
              <a:t>。</a:t>
            </a:r>
          </a:p>
          <a:p>
            <a:r>
              <a:rPr sz="2000" dirty="0"/>
              <a:t>• </a:t>
            </a:r>
            <a:r>
              <a:rPr sz="2000" dirty="0" err="1"/>
              <a:t>点击“Next”开始安装过程</a:t>
            </a:r>
            <a:r>
              <a:rPr sz="2000" dirty="0"/>
              <a:t>。</a:t>
            </a:r>
          </a:p>
          <a:p>
            <a:r>
              <a:rPr sz="2000" dirty="0"/>
              <a:t>• </a:t>
            </a:r>
            <a:r>
              <a:rPr sz="2000" dirty="0" err="1"/>
              <a:t>同意许可协议</a:t>
            </a:r>
            <a:r>
              <a:rPr sz="2000" dirty="0"/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Step 3: Choose Installation Options</a:t>
            </a:r>
          </a:p>
          <a:p>
            <a:r>
              <a:rPr sz="2000"/>
              <a:t>• Select 'Just Me' or 'All Users'.</a:t>
            </a:r>
          </a:p>
          <a:p>
            <a:r>
              <a:rPr sz="2000"/>
              <a:t>• Choose the installation location.</a:t>
            </a:r>
          </a:p>
          <a:p>
            <a:r>
              <a:rPr sz="2000"/>
              <a:t>• It is recommended to keep the default settings.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568" y="3657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/>
              <a:t>步骤</a:t>
            </a:r>
            <a:r>
              <a:rPr sz="2000" dirty="0"/>
              <a:t> 3：选择安装选项</a:t>
            </a:r>
          </a:p>
          <a:p>
            <a:r>
              <a:rPr sz="2000" dirty="0"/>
              <a:t>• </a:t>
            </a:r>
            <a:r>
              <a:rPr sz="2000" dirty="0" err="1"/>
              <a:t>选择“Just</a:t>
            </a:r>
            <a:r>
              <a:rPr sz="2000" dirty="0"/>
              <a:t> </a:t>
            </a:r>
            <a:r>
              <a:rPr sz="2000" dirty="0" err="1"/>
              <a:t>Me”或“All</a:t>
            </a:r>
            <a:r>
              <a:rPr sz="2000" dirty="0"/>
              <a:t> Users”。</a:t>
            </a:r>
          </a:p>
          <a:p>
            <a:r>
              <a:rPr sz="2000" dirty="0"/>
              <a:t>• </a:t>
            </a:r>
            <a:r>
              <a:rPr sz="2000" dirty="0" err="1"/>
              <a:t>选择安装路径</a:t>
            </a:r>
            <a:r>
              <a:rPr sz="2000" dirty="0"/>
              <a:t>。</a:t>
            </a:r>
          </a:p>
          <a:p>
            <a:r>
              <a:rPr sz="2000" dirty="0"/>
              <a:t>• </a:t>
            </a:r>
            <a:r>
              <a:rPr sz="2000" dirty="0" err="1"/>
              <a:t>建议使用默认设置</a:t>
            </a:r>
            <a:r>
              <a:rPr sz="2000" dirty="0"/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Step 4: Complete Installation</a:t>
            </a:r>
          </a:p>
          <a:p>
            <a:r>
              <a:rPr sz="2000"/>
              <a:t>• Click 'Install' and wait for the process to finish.</a:t>
            </a:r>
          </a:p>
          <a:p>
            <a:r>
              <a:rPr sz="2000"/>
              <a:t>• After installation, click 'Finish'.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0813" y="3544529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/>
              <a:t>步骤</a:t>
            </a:r>
            <a:r>
              <a:rPr sz="2000" dirty="0"/>
              <a:t> 4：完成安装</a:t>
            </a:r>
          </a:p>
          <a:p>
            <a:r>
              <a:rPr sz="2000" dirty="0"/>
              <a:t>• </a:t>
            </a:r>
            <a:r>
              <a:rPr sz="2000" dirty="0" err="1"/>
              <a:t>点击“Install”并等待安装完成</a:t>
            </a:r>
            <a:r>
              <a:rPr sz="2000" dirty="0"/>
              <a:t>。</a:t>
            </a:r>
          </a:p>
          <a:p>
            <a:r>
              <a:rPr sz="2000" dirty="0"/>
              <a:t>• </a:t>
            </a:r>
            <a:r>
              <a:rPr sz="2000" dirty="0" err="1"/>
              <a:t>安装完成后点击“Finish</a:t>
            </a:r>
            <a:r>
              <a:rPr sz="2000" dirty="0"/>
              <a:t>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Step 5: Verify Installation</a:t>
            </a:r>
          </a:p>
          <a:p>
            <a:r>
              <a:rPr sz="2000"/>
              <a:t>• Open Anaconda Navigator or the Anaconda Prompt.</a:t>
            </a:r>
          </a:p>
          <a:p>
            <a:r>
              <a:rPr sz="2000"/>
              <a:t>• Type: conda --version</a:t>
            </a:r>
          </a:p>
          <a:p>
            <a:r>
              <a:rPr sz="2000"/>
              <a:t>• If a version appears, installation was successful.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9033" y="3453581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/>
              <a:t>步骤</a:t>
            </a:r>
            <a:r>
              <a:rPr sz="2000" dirty="0"/>
              <a:t> 5：验证安装</a:t>
            </a:r>
          </a:p>
          <a:p>
            <a:r>
              <a:rPr sz="2000" dirty="0"/>
              <a:t>• </a:t>
            </a:r>
            <a:r>
              <a:rPr sz="2000" dirty="0" err="1"/>
              <a:t>打开</a:t>
            </a:r>
            <a:r>
              <a:rPr sz="2000" dirty="0"/>
              <a:t> Anaconda Navigator 或 Anaconda Prompt。</a:t>
            </a:r>
          </a:p>
          <a:p>
            <a:r>
              <a:rPr sz="2000" dirty="0"/>
              <a:t>• </a:t>
            </a:r>
            <a:r>
              <a:rPr sz="2000" dirty="0" err="1"/>
              <a:t>输入：conda</a:t>
            </a:r>
            <a:r>
              <a:rPr sz="2000" dirty="0"/>
              <a:t> --version</a:t>
            </a:r>
          </a:p>
          <a:p>
            <a:r>
              <a:rPr sz="2000" dirty="0"/>
              <a:t>• </a:t>
            </a:r>
            <a:r>
              <a:rPr sz="2000" dirty="0" err="1"/>
              <a:t>如果显示版本号，说明安装成功</a:t>
            </a:r>
            <a:r>
              <a:rPr sz="2000" dirty="0"/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331</Words>
  <Application>Microsoft Office PowerPoint</Application>
  <PresentationFormat>On-screen Show (4:3)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Anaconda Installation Guide</vt:lpstr>
      <vt:lpstr>Slide 1</vt:lpstr>
      <vt:lpstr>Slide 2</vt:lpstr>
      <vt:lpstr>Slide 3</vt:lpstr>
      <vt:lpstr>Slide 4</vt:lpstr>
      <vt:lpstr>Slide 5</vt:lpstr>
      <vt:lpstr>Slide 6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Waqas</dc:creator>
  <cp:keywords/>
  <dc:description>generated using python-pptx</dc:description>
  <cp:lastModifiedBy>Waqas Ahmed</cp:lastModifiedBy>
  <cp:revision>3</cp:revision>
  <dcterms:created xsi:type="dcterms:W3CDTF">2013-01-27T09:14:16Z</dcterms:created>
  <dcterms:modified xsi:type="dcterms:W3CDTF">2026-03-08T22:26:59Z</dcterms:modified>
  <cp:category/>
</cp:coreProperties>
</file>